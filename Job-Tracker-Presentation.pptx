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</a:rPr>
              <a:t>JOB-TRACKER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3063240"/>
            <a:ext cx="10698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BD5E1"/>
                </a:solidFill>
              </a:rPr>
              <a:t>A Full-Stack Job Board &amp; Applicant Tracking System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703320"/>
            <a:ext cx="10698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4ED8"/>
                </a:solidFill>
              </a:rPr>
              <a:t>Advanced Java — Final Project Submission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Harun Mohamud Ahmed  ·  Sabirin Abdukadir Salad  ·  Jabir Abdi Hassan Sahal  ·  Yasin Farah Igale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D8"/>
                </a:solidFill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What Job-Tracker Does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Three roles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938528"/>
            <a:ext cx="10881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</a:rPr>
              <a:t>Applicant, Employer, and Admin, each with distinct permissions enforced by JWT + Spring Security.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10881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Full hiring lifecycle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3081528"/>
            <a:ext cx="10881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</a:rPr>
              <a:t>Employers create companies and post jobs; applicants search, save, and apply; admins moderate everything.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3840480"/>
            <a:ext cx="10881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Admin-gated companies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4224528"/>
            <a:ext cx="10881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</a:rPr>
              <a:t>New company profiles start PENDING and only post publicly visible jobs once an admin approves them.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4983480"/>
            <a:ext cx="10881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Containerized stack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5367528"/>
            <a:ext cx="10881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</a:rPr>
              <a:t>Spring Boot 3 + PostgreSQL run via Docker Compose; React 19/Vite frontend consumes the REST API.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D8"/>
                </a:solidFill>
              </a:rPr>
              <a:t>TECHNOLOGY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Tech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566160" cy="3931920"/>
          </a:xfrm>
          <a:prstGeom prst="roundRect">
            <a:avLst>
              <a:gd name="adj" fmla="val 307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</a:rPr>
              <a:t>Backend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</a:rPr>
              <a:t>Spring Boot 3 · Java 21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2944368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</a:rPr>
              <a:t>Spring Security + JWT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3511296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</a:rPr>
              <a:t>Spring Data JPA / Hibernate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4078224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</a:rPr>
              <a:t>Maven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26280" y="1554480"/>
            <a:ext cx="3566160" cy="3931920"/>
          </a:xfrm>
          <a:prstGeom prst="roundRect">
            <a:avLst>
              <a:gd name="adj" fmla="val 307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783080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</a:rPr>
              <a:t>Database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0" y="2377440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</a:rPr>
              <a:t>PostgreSQL 16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754880" y="2944368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</a:rPr>
              <a:t>Dockerized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54880" y="3511296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</a:rPr>
              <a:t>6 relational tables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412480" y="1554480"/>
            <a:ext cx="3566160" cy="3931920"/>
          </a:xfrm>
          <a:prstGeom prst="roundRect">
            <a:avLst>
              <a:gd name="adj" fmla="val 307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41080" y="1783080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</a:rPr>
              <a:t>Frontend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41080" y="2377440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</a:rPr>
              <a:t>React 19 + Vite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641080" y="2944368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</a:rPr>
              <a:t>Axios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641080" y="3511296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</a:rPr>
              <a:t>Tailwind CSS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641080" y="4078224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</a:rPr>
              <a:t>React Router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D8"/>
                </a:solidFill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Request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94560"/>
            <a:ext cx="19202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Controller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60320" y="2194560"/>
            <a:ext cx="3200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880360" y="219456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2194560"/>
            <a:ext cx="19202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Service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00600" y="2194560"/>
            <a:ext cx="3200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120640" y="219456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2194560"/>
            <a:ext cx="19202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Repository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2194560"/>
            <a:ext cx="3200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60920" y="219456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60920" y="2194560"/>
            <a:ext cx="19202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Hibernate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281160" y="2194560"/>
            <a:ext cx="3200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601200" y="219456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0" y="2194560"/>
            <a:ext cx="19202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PostgreSQL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566160"/>
            <a:ext cx="10881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Every REST resource (Users, Companies, Jobs, Applications, Categories, SavedJobs) follows this same layered path — keeping request handling, business rules, and persistence cleanly separated.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4480560"/>
            <a:ext cx="108813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Security: a stateless JwtAuthenticationFilter validates every request's Authorization header, loads the user via CustomUserDetailsService, and populates the Spring Security context — no server-side sessions. @PreAuthorize enforces role checks (e.g. hasRole('ADMIN')) at the controller layer.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D8"/>
                </a:solidFill>
              </a:rPr>
              <a:t>DATABASE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Entity-Relationship Diagram</a:t>
            </a:r>
            <a:endParaRPr lang="en-US" sz="2800" dirty="0"/>
          </a:p>
        </p:txBody>
      </p:sp>
      <p:pic>
        <p:nvPicPr>
          <p:cNvPr id="4" name="Image 0" descr="/home/claude/report/e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10881360" cy="42793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D8"/>
                </a:solidFill>
              </a:rPr>
              <a:t>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What's Built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68580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00200"/>
            <a:ext cx="47548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JWT auth &amp; registration across 3 roles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09360" y="1600200"/>
            <a:ext cx="5212080" cy="68580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600200"/>
            <a:ext cx="47548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Employer company profiles + admin approval workflow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5212080" cy="68580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468880"/>
            <a:ext cx="47548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Job posting, editing, closing, deletion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2468880"/>
            <a:ext cx="5212080" cy="68580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468880"/>
            <a:ext cx="47548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Public job search with category/location/keyword filters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5212080" cy="68580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337560"/>
            <a:ext cx="47548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Applications with an ATS-style status pipeline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309360" y="3337560"/>
            <a:ext cx="5212080" cy="68580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3337560"/>
            <a:ext cx="47548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Saved jobs (bookmarking) for applicants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206240"/>
            <a:ext cx="5212080" cy="68580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206240"/>
            <a:ext cx="47548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Full admin dashboard: users, companies, jobs, applications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D8"/>
                </a:solidFill>
              </a:rPr>
              <a:t>DEBUGGING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Challenges &amp; Fixes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91640"/>
            <a:ext cx="10424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91C1C"/>
                </a:solidFill>
              </a:rPr>
              <a:t>lower(bytea) does not exist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10424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Null search filters were sent untyped; Postgres guessed bytea. Fixed with explicit CAST(:param AS string) in JPQL.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880360"/>
            <a:ext cx="10424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91C1C"/>
                </a:solidFill>
              </a:rPr>
              <a:t>LazyInitializationException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246120"/>
            <a:ext cx="10424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List endpoints read lazy relations after the Hibernate session closed. Fixed by adding @Transactional(readOnly = true).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069080"/>
            <a:ext cx="10424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91C1C"/>
                </a:solidFill>
              </a:rPr>
              <a:t>Missing /api/users backend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4434840"/>
            <a:ext cx="10424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No UserController existed at all. Built the full module: list, view, change role, delete.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516636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5257800"/>
            <a:ext cx="10424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91C1C"/>
                </a:solidFill>
              </a:rPr>
              <a:t>Privilege escalation on register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5623560"/>
            <a:ext cx="10424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Registration accepted role=ADMIN from the client. Blocked; admins are now promoted only by an existing admin.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4ED8"/>
                </a:solidFill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Individual Contributions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640080" y="1600200"/>
          <a:ext cx="10881360" cy="4206240"/>
        </p:xfrm>
        <a:graphic>
          <a:graphicData uri="http://schemas.openxmlformats.org/drawingml/2006/table">
            <a:tbl>
              <a:tblPr/>
              <a:tblGrid>
                <a:gridCol w="2377440"/>
                <a:gridCol w="2103120"/>
                <a:gridCol w="6400800"/>
              </a:tblGrid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Member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Contribution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Harun Mohamud Ahmed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4ED8"/>
                          </a:solidFill>
                        </a:rPr>
                        <a:t>Team Lead · Categories · Security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</a:rPr>
                        <a:t>Led the team, owns Categories, built JWT security &amp; role-based access, integrated all modules and fixed production bugs across the codebase.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Sabirin Abdukadir Salad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4ED8"/>
                          </a:solidFill>
                        </a:rPr>
                        <a:t>Companies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</a:rPr>
                        <a:t>Company entity, CRUD, and the admin approval workflow (PENDING/APPROVED/REJECTED).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Jabir Abdi Hassan Sahal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4ED8"/>
                          </a:solidFill>
                        </a:rPr>
                        <a:t>Users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</a:rPr>
                        <a:t>User entity, registration/auth DTOs, and admin user-management endpoints.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Yasin Farah Igale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4ED8"/>
                          </a:solidFill>
                        </a:rPr>
                        <a:t>Jobs &amp; Saved Jobs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</a:rPr>
                        <a:t>Job entity, search/filter queries, job lifecycle, and the saved-jobs bookmarking feature.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Acknowledgement of GenAI Tool Use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9</a:t>
            </a:r>
            <a:endParaRPr lang="en-US" sz="1000" dirty="0"/>
          </a:p>
        </p:txBody>
      </p:sp>
      <p:sp>
        <p:nvSpPr>
          <p:cNvPr id="15" name="Text Box 14"/>
          <p:cNvSpPr txBox="1"/>
          <p:nvPr/>
        </p:nvSpPr>
        <p:spPr>
          <a:xfrm>
            <a:off x="640080" y="1261110"/>
            <a:ext cx="9551670" cy="4951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 b="1"/>
              <a:t>Purpose of Use:</a:t>
            </a:r>
            <a:endParaRPr lang="en-US" altLang="en-US" sz="2400" b="1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Understanding Advanced Java and Spring Boot concepts</a:t>
            </a: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Debugging and resolving coding issues</a:t>
            </a: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Designing the PostgreSQL database schema and relationships</a:t>
            </a: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Improving frontend ideas and user interface suggestions</a:t>
            </a: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Generating documentation, README, and project report drafts</a:t>
            </a: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Assisting with testing and troubleshooting</a:t>
            </a:r>
            <a:endParaRPr lang="en-US" altLang="en-US"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246120"/>
            <a:ext cx="10698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D5E1"/>
                </a:solidFill>
              </a:rPr>
              <a:t>Questions?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Job-Tracker — Advanced Java Final Project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3417</Words>
  <Application>WPS Presentation</Application>
  <PresentationFormat>On-screen Show (16:9)</PresentationFormat>
  <Paragraphs>200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Calibri</vt:lpstr>
      <vt:lpstr>Microsoft YaHei</vt:lpstr>
      <vt:lpstr>Arial Unicode MS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WPS_1774383451</cp:lastModifiedBy>
  <cp:revision>2</cp:revision>
  <dcterms:created xsi:type="dcterms:W3CDTF">2026-07-25T17:40:00Z</dcterms:created>
  <dcterms:modified xsi:type="dcterms:W3CDTF">2026-07-25T18:12:22Z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A17066E3C4514264A416F04A595234F8_12</vt:lpwstr>
  </property>
</Properties>
</file>